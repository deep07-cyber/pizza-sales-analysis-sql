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80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1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6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09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7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3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51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4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2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387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3186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42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699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246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01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9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15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565" y="1427922"/>
            <a:ext cx="4294211" cy="2849217"/>
          </a:xfrm>
        </p:spPr>
        <p:txBody>
          <a:bodyPr/>
          <a:lstStyle/>
          <a:p>
            <a:r>
              <a:rPr lang="en-US" sz="3600" b="1" dirty="0"/>
              <a:t>Pizza Sales Analysis Project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Using SQL for Data Analysis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5722" y="4737623"/>
            <a:ext cx="6968628" cy="86142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Skills:</a:t>
            </a:r>
            <a:r>
              <a:rPr lang="en-US" dirty="0">
                <a:solidFill>
                  <a:schemeClr val="tx2"/>
                </a:solidFill>
              </a:rPr>
              <a:t> SQL | Data Analysis | </a:t>
            </a:r>
            <a:r>
              <a:rPr lang="en-US" dirty="0" smtClean="0">
                <a:solidFill>
                  <a:schemeClr val="tx2"/>
                </a:solidFill>
              </a:rPr>
              <a:t>Business </a:t>
            </a:r>
            <a:r>
              <a:rPr lang="en-US" dirty="0">
                <a:solidFill>
                  <a:schemeClr val="tx2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228917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7912" y="1616764"/>
            <a:ext cx="76995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hi-IN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895026"/>
            <a:ext cx="7649029" cy="261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67" y="3508051"/>
            <a:ext cx="3885804" cy="184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8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52" y="894043"/>
            <a:ext cx="7435647" cy="24863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92" y="3380415"/>
            <a:ext cx="351521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3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09" y="612566"/>
            <a:ext cx="9002381" cy="29912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379" y="3603833"/>
            <a:ext cx="411162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3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92" y="461086"/>
            <a:ext cx="9821646" cy="28007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981" y="3261827"/>
            <a:ext cx="3443962" cy="196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67" y="554103"/>
            <a:ext cx="7478169" cy="3019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70" y="3573949"/>
            <a:ext cx="382939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8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2" y="643756"/>
            <a:ext cx="8678486" cy="31055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91" y="3749339"/>
            <a:ext cx="3308936" cy="140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2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49" y="691430"/>
            <a:ext cx="7954485" cy="24006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451" y="3092065"/>
            <a:ext cx="318179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1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1" y="712748"/>
            <a:ext cx="9650172" cy="25435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937" y="3256278"/>
            <a:ext cx="3219899" cy="185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8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51" y="706100"/>
            <a:ext cx="8773749" cy="28483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027" y="3554473"/>
            <a:ext cx="347711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0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86" y="532784"/>
            <a:ext cx="8697539" cy="2876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45" y="3409735"/>
            <a:ext cx="3477110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7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11" y="494213"/>
            <a:ext cx="9554908" cy="36962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32" y="4190429"/>
            <a:ext cx="357237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5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16" y="608149"/>
            <a:ext cx="8792802" cy="29912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02" y="3599416"/>
            <a:ext cx="343900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5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72" y="541422"/>
            <a:ext cx="9173855" cy="37343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51" y="3860117"/>
            <a:ext cx="348663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0765" y="116684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Key Insights &amp; Takeaways</a:t>
            </a:r>
            <a:endParaRPr lang="en-US" dirty="0"/>
          </a:p>
          <a:p>
            <a:r>
              <a:rPr lang="en-US" dirty="0"/>
              <a:t>Through this SQL-based Pizza Sales Analysis, I transformed raw transactional data into meaningful business insights.</a:t>
            </a:r>
          </a:p>
          <a:p>
            <a:r>
              <a:rPr lang="en-US" dirty="0"/>
              <a:t>The analysis revealed that </a:t>
            </a:r>
            <a:r>
              <a:rPr lang="en-US" b="1" dirty="0"/>
              <a:t>a small number of pizza categories contribute a significant share of total revenue</a:t>
            </a:r>
            <a:r>
              <a:rPr lang="en-US" dirty="0"/>
              <a:t>, highlighting clear focus areas for business growth.</a:t>
            </a:r>
          </a:p>
          <a:p>
            <a:r>
              <a:rPr lang="en-US" dirty="0"/>
              <a:t>Revenue patterns also showed that </a:t>
            </a:r>
            <a:r>
              <a:rPr lang="en-US" b="1" dirty="0"/>
              <a:t>top-performing pizzas consistently drive overall sales</a:t>
            </a:r>
            <a:r>
              <a:rPr lang="en-US" dirty="0"/>
              <a:t>, while low-performing items present opportunities for menu optimization.</a:t>
            </a:r>
          </a:p>
          <a:p>
            <a:r>
              <a:rPr lang="en-US" dirty="0"/>
              <a:t>By combining joins, aggregations, and subqueries, this project demonstrates how </a:t>
            </a:r>
            <a:r>
              <a:rPr lang="en-US" b="1" dirty="0"/>
              <a:t>SQL can support data-driven decision-making</a:t>
            </a:r>
            <a:r>
              <a:rPr lang="en-US" dirty="0"/>
              <a:t> in real-world business scenarios.</a:t>
            </a:r>
          </a:p>
        </p:txBody>
      </p:sp>
    </p:spTree>
    <p:extLst>
      <p:ext uri="{BB962C8B-B14F-4D97-AF65-F5344CB8AC3E}">
        <p14:creationId xmlns:p14="http://schemas.microsoft.com/office/powerpoint/2010/main" val="34478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77</TotalTime>
  <Words>104</Words>
  <Application>Microsoft Office PowerPoint</Application>
  <PresentationFormat>Widescreen</PresentationFormat>
  <Paragraphs>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Mangal</vt:lpstr>
      <vt:lpstr>Wingdings 3</vt:lpstr>
      <vt:lpstr>Ion</vt:lpstr>
      <vt:lpstr>Pizza Sales Analysis Project Using SQL for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Analysis Project Using SQL for Data Analysis</dc:title>
  <dc:creator>DELL</dc:creator>
  <cp:lastModifiedBy>DELL</cp:lastModifiedBy>
  <cp:revision>10</cp:revision>
  <dcterms:created xsi:type="dcterms:W3CDTF">2026-01-09T15:50:03Z</dcterms:created>
  <dcterms:modified xsi:type="dcterms:W3CDTF">2026-01-09T17:22:30Z</dcterms:modified>
</cp:coreProperties>
</file>